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8" r:id="rId19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73152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Service Desk Ticketing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33756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D9E1F2"/>
                </a:solidFill>
                <a:latin typeface="Calibri"/>
              </a:rPr>
              <a:t>A multi-tenant support desk we build &amp; own — on Oracle APEX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D9E1F2"/>
                </a:solidFill>
                <a:latin typeface="Calibri"/>
              </a:rPr>
              <a:t>Team kickoff  ·  3-week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Why we're building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The pitch in one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Tools like Jira Service Management are expensive — recurring per-agent cost.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We are a vendor: we support multiple client companies every day.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Build our own service desk on APEX → own it, brand it, extend it, stop paying.</a:t>
            </a:r>
          </a:p>
          <a:p>
            <a:pPr lvl="1">
              <a:spcAft>
                <a:spcPts val="1200"/>
              </a:spcAft>
            </a:pPr>
            <a:r>
              <a:rPr sz="1800">
                <a:solidFill>
                  <a:srgbClr val="1F3864"/>
                </a:solidFill>
                <a:latin typeface="Calibri"/>
              </a:rPr>
              <a:t>– APEX is the right tool: built-in login, role-based access &amp; reporting.</a:t>
            </a:r>
          </a:p>
          <a:p>
            <a:pPr lvl="1">
              <a:spcAft>
                <a:spcPts val="1200"/>
              </a:spcAft>
            </a:pPr>
            <a:r>
              <a:rPr sz="1800">
                <a:solidFill>
                  <a:srgbClr val="1F3864"/>
                </a:solidFill>
                <a:latin typeface="Calibri"/>
              </a:rPr>
              <a:t>– Strong story for the judges: real business value, not a toy.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 we're building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Multi-tenant = many client companies, isolated from each other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F3864"/>
                </a:solidFill>
                <a:latin typeface="Calibri"/>
              </a:rPr>
              <a:t>Clients raise tickets → our agents triage, assign &amp; resolve → managers oversee everything.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Role-based access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Multiple companies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Ticket assignment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0684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94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95959"/>
                </a:solidFill>
                <a:latin typeface="Calibri"/>
              </a:rPr>
              <a:t>↑ The four things the judges explicitly asked for. These are non-negotiable.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C5500D"/>
                </a:solidFill>
                <a:latin typeface="Calibri"/>
              </a:rPr>
              <a:t>Most important rule: a client must NEVER see another client's tickets.
That single guarantee is what makes a judge believe "production-level".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Four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Who can see and do what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81328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Client 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385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Client 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463040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Sees only their OWN tickets. Raise, comment, track.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78608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688336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Client 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45536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Client 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670048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Sees ALL of their company's tickets. Oversees their staff.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85616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895344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Support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52544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Our 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3877056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Works tickets for their ASSIGNED PROJECTS only (clients they cover): status, comments, resolve.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92624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102352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System Admin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59552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Our side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5084064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Everything: manage companies/users, ASSIGN tickets, dashboards.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How we'll work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The order we design in — each step feeds the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1.  Functional requirements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146304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WHAT the system must let people do — the contract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6032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2.  Workflow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56032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How a ticket behaves from New → Closed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65760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5760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3.  Database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65760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The tables that store it (APEX is database-first)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75488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5488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4.  Goals &amp; tasks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475488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Only then: split the work across the team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Scope — what's in, what's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Protect a working demo over adding 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592883" cy="640080"/>
          </a:xfrm>
          <a:prstGeom prst="rect">
            <a:avLst/>
          </a:prstGeom>
          <a:solidFill>
            <a:srgbClr val="377D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This IS the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Companies + projects + users + roles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Login &amp; tenant isolation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Create / view / edit ticket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Assign to an agent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Comments + history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Dashboard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Ticket type: Incident / Service Request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2963" y="1371600"/>
            <a:ext cx="2592883" cy="64008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2963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SHOULD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2963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Breadth + polish 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123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Categories &amp; priorities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Filtering &amp; search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Branded UI theme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Assignment notification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CSAT rating (stars)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Dashboard analytics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Auto-ack email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Reassign to higher tier (L1-L4)
• Auto-escalation on SLA breach (two-stage, per-project threshold, ITIL 4)
• Named SLA policies - per-severity targets (breach indicators)
• Status-change notifications (ITIL)
• Resolution code + summary on Resolve\n• Triage gate (priority before In Progress)
• First-response time tracking
• SLA Compliance % KPI
• Workload in assignment LOV
• Severity guidance on create form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5846" y="1371600"/>
            <a:ext cx="2592883" cy="640080"/>
          </a:xfrm>
          <a:prstGeom prst="rect">
            <a:avLst/>
          </a:prstGeom>
          <a:solidFill>
            <a:srgbClr val="C55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5846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COULD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5846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Only if ahead of schedule — don't commit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3006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AI category suggest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File / screenshot attachments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Service Desk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8729" y="1371600"/>
            <a:ext cx="2592883" cy="640080"/>
          </a:xfrm>
          <a:prstGeom prst="rect">
            <a:avLst/>
          </a:prstGeom>
          <a:solidFill>
            <a:srgbClr val="5B6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8729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FUTURE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8729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Out of scope for demo — ITIL production roadmap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5889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VPD / RLS row security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Real SLA engine (timers)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Object-storage attachments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Project Lead role (is_lead)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Email-to-ticket intake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SSO / directory login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KB portal &amp; integrations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Ticket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The life of a ticket — every change is logged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New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834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Assigned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In Progress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92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Closed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749039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95959"/>
                </a:solidFill>
                <a:latin typeface="Calibri"/>
              </a:rPr>
              <a:t>Optional extras (decide today): On Hold (pause) · Reopen (client says not fixed)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891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3864"/>
                </a:solidFill>
                <a:latin typeface="Calibri"/>
              </a:rPr>
              <a:t>• Client raises → Admin assigns an agent → agent works &amp; resolves → client confirms close.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864"/>
                </a:solidFill>
                <a:latin typeface="Calibri"/>
              </a:rPr>
              <a:t>• Only certain roles can make each move. Every move is written to ticket history.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Data model (7 tables)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Get this right and the screens almost build themselves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90472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COMPANIES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417320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vendor + each client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29967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48839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APP_USERS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075687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everyone who logs in (role + company)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688336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807208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TICKETS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734056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the requests (the tenant key lives here)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346704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465576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TICKET_COMMENTS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3392424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the conversation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005072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123944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TICKET_HISTORY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4050791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audit trail of every change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663440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782312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CATEGORIES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4709159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ticket types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C5500D"/>
                </a:solidFill>
                <a:latin typeface="Calibri"/>
              </a:rPr>
              <a:t>Every ticket carries a company_id — that keeps clients isolated. Agents are further scoped to their projects via AGENT_COMPANIES.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321808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4406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AGENT_COMPANIES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5367528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which clients (projects) each agent covers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APEX page architecture — the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D9E1F2"/>
                </a:solidFill>
                <a:latin typeface="Calibri"/>
              </a:rPr>
              <a:t>One page serves many roles · authorization + WHERE company_id · 18 pages → 12 MUST, 6 SHOULD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20" cy="44439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365760"/>
                <a:gridCol w="2331720"/>
                <a:gridCol w="2514600"/>
                <a:gridCol w="3611880"/>
                <a:gridCol w="7772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Page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APEX page type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Who · scope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Priority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</a:tr>
              <a:tr h="338328">
                <a:tc rowSpan="2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Auth &amp; Shell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Login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Login Page (built-in)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Home / Landing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Blank / redirect or Cards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Cards + Chart regions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role-filtered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rowSpan="5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Tickets — the core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Ticket List / Queue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Faceted Search (or IR)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filtered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Ticket Detail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+ Comments &amp; History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gated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Create / Raise Ticket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(Modal Dialog)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Client User / Admin · Role-specific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Assign / Reassign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(Modal Dialog)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· Role-specific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Add Comment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(Modal Dialog)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gated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rowSpan="2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Admin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Companies (manage)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Interactive Grid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only · Role-specific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Users (manage)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Interactive Grid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only · Role-specific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rowSpan="2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Supporting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Categories (manage)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Interactive Grid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· Role-specific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7A5C00"/>
                          </a:solidFill>
                          <a:latin typeface="Calibri"/>
                        </a:rPr>
                        <a:t>SHOULD</a:t>
                      </a:r>
                    </a:p>
                  </a:txBody>
                  <a:tcPr anchor="ctr" marL="64008" marR="45720" marT="18288" marB="18288">
                    <a:solidFill>
                      <a:srgbClr val="FFEB9C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My Profile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7A5C00"/>
                          </a:solidFill>
                          <a:latin typeface="Calibri"/>
                        </a:rPr>
                        <a:t>SHOULD</a:t>
                      </a:r>
                    </a:p>
                  </a:txBody>
                  <a:tcPr anchor="ctr" marL="64008" marR="45720" marT="18288" marB="18288">
                    <a:solidFill>
                      <a:srgbClr val="FFEB9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9893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C5500D"/>
                </a:solidFill>
                <a:latin typeface="Calibri"/>
              </a:rPr>
              <a:t>Demo needs only the 12 MUST pages. Status changes, comments &amp; history = buttons/regions on Ticket Detail — not pages.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3-week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Always have something that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611880" cy="6858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Week 1 — Foundation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Data model + login + roles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Tenant isolation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One end-to-end slice: raise → view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Goal: prove the 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1371600"/>
            <a:ext cx="3611880" cy="6858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444752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Week 2 — Core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24028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Assignment + full workflow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Comments + history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Ticket lists + dashboard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Goal: all MUSTs done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371600"/>
            <a:ext cx="3611880" cy="6858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444752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Week 3 — Polish &amp;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24028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Categories, filtering, theme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Notifications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Hard testing (isolation!)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Goal: rehearse a flawless demo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Who owns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Mixed team — everyone owns something real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Data model &amp; 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371600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Strongest dev(s)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371600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Tables, login, roles, isolation — do first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13432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Ticket screens &amp;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359152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Dev(s)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359152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Create/view/edit, assign, status, comments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300984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92424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Dashboard &amp;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346704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Dev or confident non-dev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346704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Charts + filtered lists (mostly declarative)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88536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379976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UI/UX, theme &amp; test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4334256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Non-dev(s)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334256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Branding, navigation, realistic sample data, testing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276088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367528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Demo &amp; QA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5321808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Lead + rotating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5321808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Demo script, hammer tenant isolation, keep scope honest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Decisions to make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I have a recommended default for each — we just confirm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A · Agent self-assigns, or only Admin assigns?  → CONFIRMED: both — agents self-assign + Admin assigns/reassigns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B · Include On Hold + Reopen now?  → Minimal first, add if time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C · Tenant isolation = app item + WHERE + auth schemes?  → Yes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D · Confirm MUST / SHOULD / COULD scope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E · Confirm who owns what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F · Confirm the 3-week milestones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G · Escalate action only, or add Tier-2/Lead roles?  → Action only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H · Adopt the 4 new SHOULD items (CSAT, analytics, auto-ack, escalate)?  → Yes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I · Agents see all clients, or only their projects?  → Scoped to assigned projects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Let's build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D9E1F2"/>
                </a:solidFill>
                <a:latin typeface="Calibri"/>
              </a:rPr>
              <a:t>Lock the requirements &amp; data model today → start building tomorrow.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