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Service Desk Ticketing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1F2"/>
                </a:solidFill>
                <a:latin typeface="Calibri"/>
              </a:rPr>
              <a:t>A multi-tenant support desk we build &amp; own — on Oracle APEX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9E1F2"/>
                </a:solidFill>
                <a:latin typeface="Calibri"/>
              </a:rPr>
              <a:t>Team kickoff  ·  3-week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we're building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pitch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Tools like Jira Service Management are expensive — recurring per-agent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We are a vendor: we support multiple client companies every day.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Build our own service desk on APEX → own it, brand it, extend it, stop paying.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APEX is the right tool: built-in login, role-based access &amp; reporting.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Strong story for the judges: real business value, not a toy.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Multi-tenant = many client companies, isolated from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F3864"/>
                </a:solidFill>
                <a:latin typeface="Calibri"/>
              </a:rPr>
              <a:t>Clients raise tickets → our agents triage, assign &amp; resolve → managers oversee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Role-based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Multiple companies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Ticket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95959"/>
                </a:solidFill>
                <a:latin typeface="Calibri"/>
              </a:rPr>
              <a:t>↑ The four things the judges explicitly asked for. These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5500D"/>
                </a:solidFill>
                <a:latin typeface="Calibri"/>
              </a:rPr>
              <a:t>Most important rule: a client must NEVER see another client's tickets.
That single guarantee is what makes a judge believe "production-level".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Four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Who can see and do what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only their OWN tickets. Raise, comment, track.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78608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8833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70048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ALL of their company's tickets. Oversees their staff.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85616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95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525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877056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Works tickets for their ASSIGNED PROJECTS only (clients they cover): status, comments, resolve.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92624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System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595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084064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Everything: manage companies/users, ASSIGN tickets, dashboards.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we'll work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order we design in — each step feeds the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1.  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46304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WHAT the system must let people do — the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2. 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56032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How a ticket behaves from New → Closed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3. 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65760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The tables that store it (APEX is database-first)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4.  Goals &amp;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75488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Only then: split the work across 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what's in, what's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Protect a working demo over adding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92883" cy="640080"/>
          </a:xfrm>
          <a:prstGeom prst="rect">
            <a:avLst/>
          </a:prstGeom>
          <a:solidFill>
            <a:srgbClr val="377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This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Companies + users + roles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Login &amp; tenant isolation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Create / view / edit ticket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 to an agent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2963" y="1371600"/>
            <a:ext cx="2592883" cy="64008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63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SHOULD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63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Breadth + polish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23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 &amp; priorities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Filtering &amp; search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Branded UI theme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CSAT rating (stars)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 analytics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Auto-ack email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Escalate 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846" y="1371600"/>
            <a:ext cx="2592883" cy="640080"/>
          </a:xfrm>
          <a:prstGeom prst="rect">
            <a:avLst/>
          </a:prstGeom>
          <a:solidFill>
            <a:srgbClr val="C55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5846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5846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Only if ahead — don't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06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SLA highlight (no 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AI category suggest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File / screenshot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Knowledge 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8729" y="1371600"/>
            <a:ext cx="2592883" cy="640080"/>
          </a:xfrm>
          <a:prstGeom prst="rect">
            <a:avLst/>
          </a:prstGeom>
          <a:solidFill>
            <a:srgbClr val="5B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8729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8729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Out of scope now — the roadmap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5889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VPD / RLS row security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Real SLA engine (timers)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Object-storage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Project Lead role (is_lead)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Email-to-ticket intake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SSO / directory login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KB portal &amp; integrations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life of a ticket — every change is logged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Optional extras (decide today): On Hold (pause) · Reopen (client says not fixed)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Client raises → Admin assigns an agent → agent works &amp; resolves → client confirms close.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Only certain roles can make each move. Every move is written to ticket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 model (7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Get this right and the screens almost build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1732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vendor + each client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7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APP_USERS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75687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everyone who logs in (role + company)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88336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0720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34056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requests (the tenant key lives here)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46704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6557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392424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conversation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2394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050791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audit trail of every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8231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709159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ticket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5500D"/>
                </a:solidFill>
                <a:latin typeface="Calibri"/>
              </a:rPr>
              <a:t>Every ticket carries a company_id — that keeps clients isolated. Agents are further scoped to their projects via AGENT_COMPANIES.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21808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AGENT_COMPANIES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367528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which clients (projects) each agent covers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APEX page architecture — the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D9E1F2"/>
                </a:solidFill>
                <a:latin typeface="Calibri"/>
              </a:rPr>
              <a:t>One page serves many roles · authorization + WHERE company_id · 12 pages → 10 MUST, 2 SHOULD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2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65760"/>
                <a:gridCol w="2331720"/>
                <a:gridCol w="2514600"/>
                <a:gridCol w="361188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APEX page type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· scope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 &amp; Shell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Login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Login Page (built-in)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Home / Landing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Blank / redirect or Cards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Cards + Chart regions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role-filtered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5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Tickets — the core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List / Queue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Faceted Search (or IR)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filtered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Detail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+ Comments &amp; History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Create / Raise Ticket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Client User /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Assign / Reassign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Add Comment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Companies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Users (manage)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Supporting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Categories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My Profile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C5500D"/>
                </a:solidFill>
                <a:latin typeface="Calibri"/>
              </a:rPr>
              <a:t>Demo needs only the 10 MUST pages. Status changes, comments &amp; history = buttons/regions on Ticket Detail — not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3-week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Always have something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1 —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Data model + login +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Tenant isolation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One end-to-end slice: raise → 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prove the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2 — Core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+ full workflow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lists + dashboard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all MUSTs 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3 — Polish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Categories, filtering, theme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Notifications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Hard testing (isolation!)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rehearse a flawless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owns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Mixed team — everyone owns something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model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Strongest dev(s)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Tables, login, roles, isolation — do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13432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screens &amp;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359152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59152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Create/view/edit, assign, status,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00984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 &amp;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346704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 or confident non-dev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46704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Charts + filtered lists (mostly declarative)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88536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79976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UI/UX, theme &amp; test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34256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Non-dev(s)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34256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Branding, navigation, realistic sample data,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76088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&amp;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321808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Lead + rotating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321808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Demo script, hammer tenant isolation, keep scope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Decisions to make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I have a recommended default for each — we just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A · Agent self-assigns, or only Admin assigns?  → CONFIRMED: both — agents self-assign + Admin assigns/reassigns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 · Include On Hold + Reopen now?  → Minimal first, add if time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C · Tenant isolation = app item + WHERE + auth schemes?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D · Confirm MUST / SHOULD / COULD scope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E · Confirm who owns what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F · Confirm the 3-week milestones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G · Escalate action only, or add Tier-2/Lead roles?  → Action only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H · Adopt the 4 new SHOULD items (CSAT, analytics, auto-ack, escalate)?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I · Agents see all clients, or only their projects?  → Scoped to assigned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Let's build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9E1F2"/>
                </a:solidFill>
                <a:latin typeface="Calibri"/>
              </a:rPr>
              <a:t>Lock the requirements &amp; data model today → start building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