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assigned tickets: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371600"/>
            <a:ext cx="3611880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26464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6032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Escalate 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371600"/>
            <a:ext cx="3611880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426464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05740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56032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SLA highlight (no 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Knowledge 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(6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292608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6304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67128"/>
            <a:ext cx="292608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21284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16936"/>
            <a:ext cx="292608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358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9626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66744"/>
            <a:ext cx="292608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8561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71246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16552"/>
            <a:ext cx="292608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3542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462272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166360"/>
            <a:ext cx="292608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28523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21208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column is how we keep clients isolated.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12 pages → 10 MUST, 2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10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Admin 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