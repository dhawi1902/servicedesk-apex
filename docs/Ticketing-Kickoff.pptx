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92883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projects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type: Incident / Service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2963" y="1371600"/>
            <a:ext cx="2592883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63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63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23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Reassign to higher tier (L1-L4)
• Auto-escalation on SLA breach (two-stage, per-project threshold, ITIL 4)
• Named SLA policies - per-severity targets (breach indicators)
• Status-change notifications (ITIL)
• Resolution code + summary on Resolve\n• Triage gate (priority before In Progress)
• First-response time tracking
• SLA Compliance % KPI
• Workload in assignment LOV
• Severity guidance on create form
• File / screenshot attachments
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846" y="1371600"/>
            <a:ext cx="2592883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5846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5846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of schedule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06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Service Desk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8729" y="1371600"/>
            <a:ext cx="2592883" cy="640080"/>
          </a:xfrm>
          <a:prstGeom prst="rect">
            <a:avLst/>
          </a:prstGeom>
          <a:solidFill>
            <a:srgbClr val="5B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8729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8729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Out of scope for demo — ITIL production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5889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VPD / RLS row security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Real SLA engine (timers)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Object-storage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Project Lead role (is_lead)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Email-to-ticket intake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SSO / directory login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KB portal &amp; integrations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18 pages → 12 MUST, 6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12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