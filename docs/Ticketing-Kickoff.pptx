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8" r:id="rId19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Service Desk Ticketing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3375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9E1F2"/>
                </a:solidFill>
                <a:latin typeface="Calibri"/>
              </a:rPr>
              <a:t>A multi-tenant support desk we build &amp; own — on Oracle APEX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D9E1F2"/>
                </a:solidFill>
                <a:latin typeface="Calibri"/>
              </a:rPr>
              <a:t>Team kickoff  ·  3-week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Why we're building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pitch in one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Tools like Jira Service Management are expensive — recurring per-agent cost.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We are a vendor: we support multiple client companies every day.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Build our own service desk on APEX → own it, brand it, extend it, stop paying.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APEX is the right tool: built-in login, role-based access &amp; reporting.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Strong story for the judges: real business value, not a toy.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we're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Multi-tenant = many client companies, isolated from each other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F3864"/>
                </a:solidFill>
                <a:latin typeface="Calibri"/>
              </a:rPr>
              <a:t>Clients raise tickets → our agents triage, assign &amp; resolve → managers oversee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Role-based access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Multiple companies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Ticket assignment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684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95959"/>
                </a:solidFill>
                <a:latin typeface="Calibri"/>
              </a:rPr>
              <a:t>↑ The four things the judges explicitly asked for. These are non-negotiable.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C5500D"/>
                </a:solidFill>
                <a:latin typeface="Calibri"/>
              </a:rPr>
              <a:t>Most important rule: a client must NEVER see another client's tickets.
That single guarantee is what makes a judge believe "production-level".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Four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Who can see and do what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385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463040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only their OWN tickets. Raise, comment, track.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78608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88336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45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70048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ALL of their company's tickets. Oversees their staff.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85616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9534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Support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525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877056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Works tickets for their ASSIGNED PROJECTS only (clients they cover): status, comments, resolve.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92624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02352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System 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595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084064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Everything: manage companies/users, ASSIGN tickets, dashboards.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we'll work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order we design in — each step feeds the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1.  Functional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46304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WHAT the system must let people do — the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032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2. 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56032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How a ticket behaves from New → Closed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5760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3.  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65760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The tables that store it (APEX is database-first)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5488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5488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4.  Goals &amp; tasks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75488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Only then: split the work across the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Scope — what's in, what's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Protect a working demo over adding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92883" cy="640080"/>
          </a:xfrm>
          <a:prstGeom prst="rect">
            <a:avLst/>
          </a:prstGeom>
          <a:solidFill>
            <a:srgbClr val="377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This IS 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Companies + projects + users + roles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Login &amp; tenant isolation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Create / view / edit ticket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 to an agent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Ticket type: Incident / Service Request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2963" y="1371600"/>
            <a:ext cx="2592883" cy="64008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2963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SHOULD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2963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Breadth + polish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123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 &amp; priorities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Filtering &amp; search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Branded UI theme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notification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CSAT rating (stars)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 analytics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Auto-ack email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Reassign to higher tier (L1-L4)
• Auto-escalation on SLA breach (two-stage, per-project threshold, ITIL 4)
• Named SLA policies - per-severity targets (breach indicators)
• Status-change notifications (ITIL)
• Resolution code + summary on Resolve\n• Triage gate (priority before In Progress)
• First-response time tracking
• SLA Compliance % KPI
• Workload in assignment LOV
• Severity guidance on create 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5846" y="1371600"/>
            <a:ext cx="2592883" cy="640080"/>
          </a:xfrm>
          <a:prstGeom prst="rect">
            <a:avLst/>
          </a:prstGeom>
          <a:solidFill>
            <a:srgbClr val="C55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5846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COULD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5846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Only if ahead of schedule — don't commit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3006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AI category suggest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File / screenshot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Service Desk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8729" y="1371600"/>
            <a:ext cx="2592883" cy="640080"/>
          </a:xfrm>
          <a:prstGeom prst="rect">
            <a:avLst/>
          </a:prstGeom>
          <a:solidFill>
            <a:srgbClr val="5B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8729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FUTURE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8729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Out of scope for demo — ITIL production roadmap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5889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VPD / RLS row security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Real SLA engine (timers)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Object-storage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Project Lead role (is_lead)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Email-to-ticket intake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SSO / directory login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KB portal &amp; integrations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Ticket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life of a ticket — every change is logged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Assigned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Closed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Calibri"/>
              </a:rPr>
              <a:t>Optional extras (decide today): On Hold (pause) · Reopen (client says not fixed)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Client raises → Admin assigns an agent → agent works &amp; resolves → client confirms close.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Only certain roles can make each move. Every move is written to ticket history.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Data model (7 tables)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Get this right and the screens almost build themselves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9047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COMPANIES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417320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vendor + each client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7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3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APP_USERS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075687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everyone who logs in (role + company)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88336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80720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34056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requests (the tenant key lives here)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46704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465576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TICKET_COMMENTS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392424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conversation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05072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23944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050791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audit trail of every change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6344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78231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CATEGORIES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709159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ticket 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5500D"/>
                </a:solidFill>
                <a:latin typeface="Calibri"/>
              </a:rPr>
              <a:t>Every ticket carries a company_id — that keeps clients isolated. Agents are further scoped to their projects via AGENT_COMPANIES.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21808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AGENT_COMPANIES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5367528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which clients (projects) each agent covers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APEX page architecture — the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D9E1F2"/>
                </a:solidFill>
                <a:latin typeface="Calibri"/>
              </a:rPr>
              <a:t>One page serves many roles · authorization + WHERE company_id · 12 pages → 10 MUST, 2 SHOULD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20" cy="4443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365760"/>
                <a:gridCol w="2331720"/>
                <a:gridCol w="2514600"/>
                <a:gridCol w="361188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APEX page type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Who · scope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Auth &amp; Shell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Login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Login Page (built-in)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Home / Landing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Blank / redirect or Cards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Cards + Chart regions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role-filtered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5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Tickets — the core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List / Queue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Faceted Search (or IR)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filtered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Detail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+ Comments &amp; History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Create / Raise Ticket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Client User /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Assign / Reassign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Add Comment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Companies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Users (manage)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Supporting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Categories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My Profile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C5500D"/>
                </a:solidFill>
                <a:latin typeface="Calibri"/>
              </a:rPr>
              <a:t>Demo needs only the 10 MUST pages. Status changes, comments &amp; history = buttons/regions on Ticket Detail — not pages.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3-week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Always have something that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1 —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Data model + login + roles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Tenant isolation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One end-to-end slice: raise → view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prove the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2 — Core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+ full workflow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Ticket lists + dashboard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all MUSTs done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3 — Polish &amp;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Categories, filtering, theme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Notifications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Hard testing (isolation!)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rehearse a flawless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Who owns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Mixed team — everyone owns something real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Data model &amp;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37160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Strongest dev(s)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71600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Tables, login, roles, isolation — do 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13432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Ticket screens &amp;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359152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Dev(s)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359152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Create/view/edit, assign, status, comments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00984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Dashboard &amp;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346704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 or confident non-dev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346704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Charts + filtered lists (mostly declarative)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88536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79976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UI/UX, theme &amp; test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34256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Non-dev(s)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334256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Branding, navigation, realistic sample data, testing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76088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67528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Demo &amp; 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5321808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Lead + rotating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5321808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Demo script, hammer tenant isolation, keep scope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Decisions to make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I have a recommended default for each — we just confirm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A · Agent self-assigns, or only Admin assigns?  → CONFIRMED: both — agents self-assign + Admin assigns/reassigns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 · Include On Hold + Reopen now?  → Minimal first, add if time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C · Tenant isolation = app item + WHERE + auth schemes?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D · Confirm MUST / SHOULD / COULD scope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E · Confirm who owns what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F · Confirm the 3-week milestones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G · Escalate action only, or add Tier-2/Lead roles?  → Action only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H · Adopt the 4 new SHOULD items (CSAT, analytics, auto-ack, escalate)?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I · Agents see all clients, or only their projects?  → Scoped to assigned projects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Let's build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9E1F2"/>
                </a:solidFill>
                <a:latin typeface="Calibri"/>
              </a:rPr>
              <a:t>Lock the requirements &amp; data model today → start building tomorrow.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