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Reassign to higher tier (L1-L4)
• Auto-escalation on SLA breach
• SLA per severity per project (breach indicators)
• Status-change notifications (ITIL)
• Ticket type: Incident / Service Request
• First-response time tracking
• SLA Compliance % KPI
• Workload in assignment LOV
• Severity guidance on create 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of schedule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Service 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for demo — ITIL production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